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E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E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E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E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</a:t>
            </a:r>
            <a:pPr indent="0" marL="0">
              <a:buNone/>
            </a:pPr>
            <a:r>
              <a:rPr lang="en-US" sz="1800" b="1" dirty="0">
                <a:solidFill>
                  <a:srgbClr val="F07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502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profi-power.vercel.app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27.05.2026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804672"/>
            <a:ext cx="4023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Готові до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запуску реклами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148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Підготовка завершена — кожен євро реклами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працюватиме максимально ефективно.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24328"/>
            <a:ext cx="201168" cy="201168"/>
          </a:xfrm>
          <a:prstGeom prst="ellipse">
            <a:avLst/>
          </a:prstGeom>
          <a:solidFill>
            <a:srgbClr val="1A3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оновлено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7797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напрямки, чіткі CTA, форми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01168" cy="201168"/>
          </a:xfrm>
          <a:prstGeom prst="ellipse">
            <a:avLst/>
          </a:prstGeom>
          <a:solidFill>
            <a:srgbClr val="1A3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7238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підключена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32644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заявка — автоматично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593592"/>
            <a:ext cx="201168" cy="201168"/>
          </a:xfrm>
          <a:prstGeom prst="ellipse">
            <a:avLst/>
          </a:prstGeom>
          <a:solidFill>
            <a:srgbClr val="1A3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57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Соціальні акаунти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37490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FB, Instagram, Telegram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201168" cy="201168"/>
          </a:xfrm>
          <a:prstGeom prst="ellipse">
            <a:avLst/>
          </a:prstGeom>
          <a:solidFill>
            <a:srgbClr val="1A3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416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Аналітика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" y="42336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соцмережі + піксель + GA4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572000"/>
            <a:ext cx="3749040" cy="402336"/>
          </a:xfrm>
          <a:prstGeom prst="rect">
            <a:avLst/>
          </a:prstGeom>
          <a:solidFill>
            <a:srgbClr val="1A120A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72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вигружаємо статистику РК + налаштовуємо аналітику в CRM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777240"/>
            <a:ext cx="0" cy="4160520"/>
          </a:xfrm>
          <a:prstGeom prst="line">
            <a:avLst/>
          </a:prstGeom>
          <a:noFill/>
          <a:ln w="12700">
            <a:solidFill>
              <a:srgbClr val="272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ДАЄ ПІДГОТОВКА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1389888" cy="1298448"/>
          </a:xfrm>
          <a:prstGeom prst="rect">
            <a:avLst/>
          </a:prstGeom>
          <a:solidFill>
            <a:srgbClr val="161625"/>
          </a:solidFill>
          <a:ln w="12700">
            <a:solidFill>
              <a:srgbClr val="272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78992"/>
            <a:ext cx="1389888" cy="45720"/>
          </a:xfrm>
          <a:prstGeom prst="rect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1887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7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−40%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736592" y="16824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вартість ліда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36592" y="191109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точний таргетинг та ретаргет з першого дня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53912" y="1078992"/>
            <a:ext cx="1389888" cy="1298448"/>
          </a:xfrm>
          <a:prstGeom prst="rect">
            <a:avLst/>
          </a:prstGeom>
          <a:solidFill>
            <a:srgbClr val="161625"/>
          </a:solidFill>
          <a:ln w="12700">
            <a:solidFill>
              <a:srgbClr val="272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1078992"/>
            <a:ext cx="1389888" cy="45720"/>
          </a:xfrm>
          <a:prstGeom prst="rect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11887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7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×2–3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227064" y="16824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конверсія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7064" y="191109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+ CRM + авто-обробка кожної заявки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644384" y="1078992"/>
            <a:ext cx="1389888" cy="1298448"/>
          </a:xfrm>
          <a:prstGeom prst="rect">
            <a:avLst/>
          </a:prstGeom>
          <a:solidFill>
            <a:srgbClr val="161625"/>
          </a:solidFill>
          <a:ln w="12700">
            <a:solidFill>
              <a:srgbClr val="272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44384" y="1078992"/>
            <a:ext cx="1389888" cy="45720"/>
          </a:xfrm>
          <a:prstGeom prst="rect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11887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7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7717536" y="16824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загублених лідів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17536" y="191109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автоматична фіксація — менеджер дзвонить одразу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63440" y="2505456"/>
            <a:ext cx="4114800" cy="1389888"/>
          </a:xfrm>
          <a:prstGeom prst="rect">
            <a:avLst/>
          </a:prstGeom>
          <a:solidFill>
            <a:srgbClr val="161625"/>
          </a:solidFill>
          <a:ln w="12700">
            <a:solidFill>
              <a:srgbClr val="272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36592" y="2578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підготовки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66560" y="2578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підготовкою ✓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36592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Ліди губляться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36592" y="3172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Не знаємо джерело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36592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Нема ретаргету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CRM → дзвінок одразу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3172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UTM → ціна кожного ліда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3493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Піксель → ретаргет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693408" y="2578608"/>
            <a:ext cx="0" cy="1234440"/>
          </a:xfrm>
          <a:prstGeom prst="line">
            <a:avLst/>
          </a:prstGeom>
          <a:noFill/>
          <a:ln w="12700">
            <a:solidFill>
              <a:srgbClr val="2727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4005072"/>
            <a:ext cx="4114800" cy="960120"/>
          </a:xfrm>
          <a:prstGeom prst="rect">
            <a:avLst/>
          </a:prstGeom>
          <a:solidFill>
            <a:srgbClr val="161625"/>
          </a:solidFill>
          <a:ln w="12700">
            <a:solidFill>
              <a:srgbClr val="272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54880" y="4059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ЗАПУСКУ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36592" y="4315968"/>
            <a:ext cx="566928" cy="164592"/>
          </a:xfrm>
          <a:prstGeom prst="rect">
            <a:avLst/>
          </a:prstGeom>
          <a:solidFill>
            <a:srgbClr val="1F1A0D"/>
          </a:solidFill>
          <a:ln w="6350">
            <a:solidFill>
              <a:srgbClr val="F078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42976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Тиж 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376672" y="42976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+ Instagram Lead Ads  (від 20 €/день)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36592" y="4553712"/>
            <a:ext cx="566928" cy="164592"/>
          </a:xfrm>
          <a:prstGeom prst="rect">
            <a:avLst/>
          </a:prstGeom>
          <a:solidFill>
            <a:srgbClr val="1F1A0D"/>
          </a:solidFill>
          <a:ln w="6350">
            <a:solidFill>
              <a:srgbClr val="F078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4535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Тиж 2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376672" y="45354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пошук + ретаргет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36592" y="4791456"/>
            <a:ext cx="566928" cy="164592"/>
          </a:xfrm>
          <a:prstGeom prst="rect">
            <a:avLst/>
          </a:prstGeom>
          <a:solidFill>
            <a:srgbClr val="1F1A0D"/>
          </a:solidFill>
          <a:ln w="6350">
            <a:solidFill>
              <a:srgbClr val="F078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47731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Тиж 3–4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376672" y="47731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→ оптимізація → масштаб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63440" y="45994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~1 200 €/міс  →  50–100 лідів  →  ціна ліда &lt; 8 €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148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гаяли час — ми економили ваш бюджет.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2026-05-27T05:59:50Z</dcterms:created>
  <dcterms:modified xsi:type="dcterms:W3CDTF">2026-05-27T05:59:50Z</dcterms:modified>
</cp:coreProperties>
</file>